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1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logo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1371600"/>
            <a:ext cx="3657600" cy="16527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Google Ads Performance Report |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10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RESAN MOT FULLSTÄNDIG ATTRIBUERING</a:t>
            </a:r>
          </a:p>
          <a:p>
            <a:br/>
            <a:pPr>
              <a:defRPr sz="2800">
                <a:solidFill>
                  <a:srgbClr val="FFFFFF"/>
                </a:solidFill>
              </a:defRPr>
            </a:pPr>
            <a:r>
              <a:t>Mars månad har visat på en exceptionell digital avkastning. Men det vi ser i siffrorna är bara toppen av isberget.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C1053"/>
                </a:solidFill>
              </a:defRPr>
            </a:pPr>
            <a:r>
              <a:t>DET DOLDA VÄRDET</a:t>
            </a:r>
          </a:p>
          <a:p>
            <a:br/>
            <a:pPr>
              <a:defRPr sz="2400">
                <a:solidFill>
                  <a:srgbClr val="282828"/>
                </a:solidFill>
              </a:defRPr>
            </a:pPr>
            <a:r>
              <a:t>Just nu mäter vi enbart de bokningar som sker direkt i webbläsaren. Vi vet dock att en betydande del av försäljningen sker offline via spontanbesök och telefonbokningar som initierats av Google Ads.</a:t>
            </a:r>
          </a:p>
          <a:p>
            <a:br/>
            <a:pPr>
              <a:defRPr sz="2400" b="1">
                <a:solidFill>
                  <a:srgbClr val="E6007E"/>
                </a:solidFill>
              </a:defRPr>
            </a:pPr>
            <a:r>
              <a:t>Sannolikheten är stor att Google Ads ska attribueras för betydligt fler konverteringar än vad den digitala datan visar idag.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015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C1053"/>
                </a:solidFill>
              </a:defRPr>
            </a:pPr>
            <a:r>
              <a:t>SLUTFASEN: TOTAL KONTROLL</a:t>
            </a:r>
          </a:p>
          <a:p>
            <a:br/>
            <a:pPr>
              <a:defRPr sz="2400">
                <a:solidFill>
                  <a:srgbClr val="282828"/>
                </a:solidFill>
              </a:defRPr>
            </a:pPr>
            <a:r>
              <a:t>• Implementering av Offline Conversion Tracking (OCT).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• Koppling mellan butikens faktiska kassa-data och Google Ads.</a:t>
            </a:r>
          </a:p>
          <a:p>
            <a:pPr>
              <a:defRPr sz="2400" b="1">
                <a:solidFill>
                  <a:srgbClr val="00B4E6"/>
                </a:solidFill>
              </a:defRPr>
            </a:pPr>
            <a:r>
              <a:t>• Resultat: En 100% transparent bild av er ROI, oavsett var kunden väljer att boka.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1053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743200" cy="2743200"/>
          </a:xfrm>
          <a:prstGeom prst="rect">
            <a:avLst/>
          </a:prstGeom>
          <a:solidFill>
            <a:srgbClr val="FAFAFA"/>
          </a:solidFill>
          <a:ln w="25400">
            <a:solidFill>
              <a:srgbClr val="E6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INVESTERING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007E"/>
                </a:solidFill>
              </a:defRPr>
            </a:pPr>
            <a:r>
              <a:t>6,366 SEK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286000"/>
            <a:ext cx="2743200" cy="2743200"/>
          </a:xfrm>
          <a:prstGeom prst="rect">
            <a:avLst/>
          </a:prstGeom>
          <a:solidFill>
            <a:srgbClr val="FAFAFA"/>
          </a:solidFill>
          <a:ln w="25400"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KONVERTERINGAR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B4E6"/>
                </a:solidFill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2743200" cy="2743200"/>
          </a:xfrm>
          <a:prstGeom prst="rect">
            <a:avLst/>
          </a:prstGeom>
          <a:solidFill>
            <a:srgbClr val="FAFAFA"/>
          </a:solidFill>
          <a:ln w="25400">
            <a:solidFill>
              <a:srgbClr val="E6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INTÄKT (ROI)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004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007E"/>
                </a:solidFill>
              </a:defRPr>
            </a:pPr>
            <a:r>
              <a:t>95,919 SEK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286000"/>
            <a:ext cx="2743200" cy="2743200"/>
          </a:xfrm>
          <a:prstGeom prst="rect">
            <a:avLst/>
          </a:prstGeom>
          <a:solidFill>
            <a:srgbClr val="FAFAFA"/>
          </a:solidFill>
          <a:ln w="25400">
            <a:solidFill>
              <a:srgbClr val="FFE5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E519"/>
                </a:solidFill>
              </a:defRPr>
            </a:pPr>
            <a:r>
              <a:t>15.1x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C1053"/>
                </a:solidFill>
              </a:defRPr>
            </a:pPr>
            <a:r>
              <a:t>CAMPAIGN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1371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Kampanj</a:t>
                      </a:r>
                    </a:p>
                  </a:txBody>
                  <a:tcPr>
                    <a:solidFill>
                      <a:srgbClr val="3C1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3C1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Convs</a:t>
                      </a:r>
                    </a:p>
                  </a:txBody>
                  <a:tcPr>
                    <a:solidFill>
                      <a:srgbClr val="3C1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3C10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3C1053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Kampanj | Karaoke Göteborg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14.3x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Kampanj | Konkurrenter och 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48,238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